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36" autoAdjust="0"/>
    <p:restoredTop sz="94726" autoAdjust="0"/>
  </p:normalViewPr>
  <p:slideViewPr>
    <p:cSldViewPr snapToGrid="0" snapToObjects="1">
      <p:cViewPr varScale="1">
        <p:scale>
          <a:sx n="160" d="100"/>
          <a:sy n="160" d="100"/>
        </p:scale>
        <p:origin x="168" y="3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2716237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758400"/>
            <a:ext cx="7772400" cy="8811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fld id="{241EB5C9-1307-BA42-ABA2-0BC069CD8E7F}" type="datetimeFigureOut">
              <a:rPr lang="en-US" smtClean="0"/>
              <a:pPr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Merriweather 18pt" pitchFamily="2" charset="77"/>
                <a:ea typeface="Merriweather 18pt" pitchFamily="2" charset="77"/>
                <a:cs typeface="Merriweather 18pt" pitchFamily="2" charset="77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tIns="36000" bIns="36000" anchor="b"/>
          <a:lstStyle>
            <a:lvl1pPr marL="0" indent="0">
              <a:buNone/>
              <a:defRPr sz="1500">
                <a:solidFill>
                  <a:schemeClr val="tx2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tIns="36000" bIns="3600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tIns="36000" bIns="3600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 tIns="36000" bIns="36000"/>
          <a:lstStyle>
            <a:lvl1pPr marL="0" indent="0">
              <a:buNone/>
              <a:defRPr sz="1050"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36000" rIns="91440" bIns="3600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Merriweather 18pt" pitchFamily="2" charset="77"/>
          <a:ea typeface="Merriweather 18pt" pitchFamily="2" charset="77"/>
          <a:cs typeface="Merriweather 18pt" pitchFamily="2" charset="77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Merriweather 18pt" pitchFamily="2" charset="77"/>
          <a:ea typeface="Merriweather 18pt" pitchFamily="2" charset="77"/>
          <a:cs typeface="Merriweather 18pt" pitchFamily="2" charset="77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Merriweather 18pt" pitchFamily="2" charset="77"/>
          <a:ea typeface="Merriweather 18pt" pitchFamily="2" charset="77"/>
          <a:cs typeface="Merriweather 18pt" pitchFamily="2" charset="77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Merriweather 18pt" pitchFamily="2" charset="77"/>
          <a:ea typeface="Merriweather 18pt" pitchFamily="2" charset="77"/>
          <a:cs typeface="Merriweather 18pt" pitchFamily="2" charset="77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Merriweather 18pt" pitchFamily="2" charset="77"/>
          <a:ea typeface="Merriweather 18pt" pitchFamily="2" charset="77"/>
          <a:cs typeface="Merriweather 18pt" pitchFamily="2" charset="77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Merriweather 18pt" pitchFamily="2" charset="77"/>
          <a:ea typeface="Merriweather 18pt" pitchFamily="2" charset="77"/>
          <a:cs typeface="Merriweather 18pt" pitchFamily="2" charset="77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5D96-5C82-DE5A-C40C-728096A1BA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9B25F-865F-0293-629C-69E7025D91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27839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990FE-14EA-7EB9-B383-958142C8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EA75A-EEEE-9704-DAB4-110A133EF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26665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seum">
      <a:dk1>
        <a:srgbClr val="000000"/>
      </a:dk1>
      <a:lt1>
        <a:srgbClr val="FFFFFF"/>
      </a:lt1>
      <a:dk2>
        <a:srgbClr val="595959"/>
      </a:dk2>
      <a:lt2>
        <a:srgbClr val="FFFFFF"/>
      </a:lt2>
      <a:accent1>
        <a:srgbClr val="28467F"/>
      </a:accent1>
      <a:accent2>
        <a:srgbClr val="3C6320"/>
      </a:accent2>
      <a:accent3>
        <a:srgbClr val="7F2848"/>
      </a:accent3>
      <a:accent4>
        <a:srgbClr val="7F5528"/>
      </a:accent4>
      <a:accent5>
        <a:srgbClr val="808080"/>
      </a:accent5>
      <a:accent6>
        <a:srgbClr val="8B98B2"/>
      </a:accent6>
      <a:hlink>
        <a:srgbClr val="28467F"/>
      </a:hlink>
      <a:folHlink>
        <a:srgbClr val="7F284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0</Words>
  <Application>Microsoft Macintosh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Cascadia Code</vt:lpstr>
      <vt:lpstr>Merriweather 18pt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Leo Simons</cp:lastModifiedBy>
  <cp:revision>10</cp:revision>
  <dcterms:created xsi:type="dcterms:W3CDTF">2017-06-05T14:10:58Z</dcterms:created>
  <dcterms:modified xsi:type="dcterms:W3CDTF">2025-10-26T13:48:48Z</dcterms:modified>
</cp:coreProperties>
</file>